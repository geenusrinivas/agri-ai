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63240"/>
            <a:ext cx="502920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AgriPredict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C55E"/>
                </a:solidFill>
                <a:latin typeface="Calibri"/>
              </a:rPr>
              <a:t>AI-Driven Fruits &amp; Vegetables Price Forecast
&amp; Smart Market Recommendation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MCA Final Year Project  |  2026
Department of Computer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97680"/>
            <a:ext cx="155448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4315968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C55E"/>
                </a:solidFill>
                <a:latin typeface="Calibri"/>
              </a:rPr>
              <a:t>Python Flask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4297680"/>
            <a:ext cx="155448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1992" y="4315968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C55E"/>
                </a:solidFill>
                <a:latin typeface="Calibri"/>
              </a:rPr>
              <a:t>XGBoost 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4297680"/>
            <a:ext cx="155448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13632" y="4315968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C55E"/>
                </a:solidFill>
                <a:latin typeface="Calibri"/>
              </a:rPr>
              <a:t>SQLite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2120" y="4297680"/>
            <a:ext cx="155448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05272" y="4315968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C55E"/>
                </a:solidFill>
                <a:latin typeface="Calibri"/>
              </a:rPr>
              <a:t>Bootstrap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4297680"/>
            <a:ext cx="155448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96912" y="4315968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C55E"/>
                </a:solidFill>
                <a:latin typeface="Calibri"/>
              </a:rPr>
              <a:t>Chart.js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56248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Calibri"/>
              </a:rPr>
              <a:t>AgriPredict AI  |  MCA Final Year Project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Calibri"/>
              </a:rPr>
              <a:t>Why AgriPredict AI was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Calibri"/>
              </a:rPr>
              <a:t>AgriPredict AI  |  MCA Final Year Project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30352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C55E"/>
                </a:solidFill>
                <a:latin typeface="Calibri"/>
              </a:rPr>
              <a:t>⚠ 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1F5F9"/>
                </a:solidFill>
                <a:latin typeface="Calibri"/>
              </a:rPr>
              <a:t>  •  Farmers earn 33–60% less due to unpredictable price volatility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1F5F9"/>
                </a:solidFill>
                <a:latin typeface="Calibri"/>
              </a:rPr>
              <a:t>  •  No accessible tool to forecast next-week prices at a district level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1F5F9"/>
                </a:solidFill>
                <a:latin typeface="Calibri"/>
              </a:rPr>
              <a:t>  •  Weather events (rainfall, temperature) cause sudden price swings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1F5F9"/>
                </a:solidFill>
                <a:latin typeface="Calibri"/>
              </a:rPr>
              <a:t>  •  Traders and intermediaries exploit information asymmetry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1F5F9"/>
                </a:solidFill>
                <a:latin typeface="Calibri"/>
              </a:rPr>
              <a:t>  •  Farmers sell at wrong time, wrong market — losing profit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188720"/>
            <a:ext cx="59436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2801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C55E"/>
                </a:solidFill>
                <a:latin typeface="Calibri"/>
              </a:rPr>
              <a:t>🎯  Project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78308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1F5F9"/>
                </a:solidFill>
                <a:latin typeface="Calibri"/>
              </a:rPr>
              <a:t>  •  Forecast next-week modal prices for 19 agri commodities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1F5F9"/>
                </a:solidFill>
                <a:latin typeface="Calibri"/>
              </a:rPr>
              <a:t>  •  Use XGBoost ML with weather + location features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1F5F9"/>
                </a:solidFill>
                <a:latin typeface="Calibri"/>
              </a:rPr>
              <a:t>  •  Recommend the most profitable nearby market district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1F5F9"/>
                </a:solidFill>
                <a:latin typeface="Calibri"/>
              </a:rPr>
              <a:t>  •  Provide actionable Hold vs Sell advisory to farmers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1F5F9"/>
                </a:solidFill>
                <a:latin typeface="Calibri"/>
              </a:rPr>
              <a:t>  •  Deliver a multilingual (5 languages) web interface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1F5F9"/>
                </a:solidFill>
                <a:latin typeface="Calibri"/>
              </a:rPr>
              <a:t>  •  Achieve fast predictions with &lt;2 second response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Calibri"/>
              </a:rPr>
              <a:t>End-to-end flow of the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Calibri"/>
              </a:rPr>
              <a:t>AgriPredict AI  |  MCA Final Year Project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1288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0" y="1892808"/>
            <a:ext cx="4572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Calibri"/>
              </a:rPr>
              <a:t>🌐  Frontend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1887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Calibri"/>
              </a:rPr>
              <a:t>Bootstrap 5 • Custom CSS Glassmorphism • Chart.js • i18n JS engine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11680"/>
            <a:ext cx="11612880" cy="749808"/>
          </a:xfrm>
          <a:prstGeom prst="rect">
            <a:avLst/>
          </a:prstGeom>
          <a:solidFill>
            <a:srgbClr val="1A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0" y="2761488"/>
            <a:ext cx="4572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57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Calibri"/>
              </a:rPr>
              <a:t>🔐  Authentication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057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Calibri"/>
              </a:rPr>
              <a:t>Flask-Login • Session management • SQLite User DB • Secure password storage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880360"/>
            <a:ext cx="1161288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52160" y="3630168"/>
            <a:ext cx="4572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26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Calibri"/>
              </a:rPr>
              <a:t>📊  Dashboard &amp; Input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2926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Calibri"/>
              </a:rPr>
              <a:t>Commodity / State / District dropdowns • Dynamic district loading via JS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749040"/>
            <a:ext cx="11612880" cy="749808"/>
          </a:xfrm>
          <a:prstGeom prst="rect">
            <a:avLst/>
          </a:prstGeom>
          <a:solidFill>
            <a:srgbClr val="1A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2160" y="4498848"/>
            <a:ext cx="4572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794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Calibri"/>
              </a:rPr>
              <a:t>🤖  ML Inference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3794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Calibri"/>
              </a:rPr>
              <a:t>XGBoost Regressor model • Label-encoded features • Joblib model loading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617720"/>
            <a:ext cx="1161288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52160" y="5367528"/>
            <a:ext cx="4572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663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Calibri"/>
              </a:rPr>
              <a:t>🌦  Weather Context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466344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Calibri"/>
              </a:rPr>
              <a:t>Mock weather engine (temp 25–35°C, rainfall 10–50mm, humidity 40–70%)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486400"/>
            <a:ext cx="11612880" cy="749808"/>
          </a:xfrm>
          <a:prstGeom prst="rect">
            <a:avLst/>
          </a:prstGeom>
          <a:solidFill>
            <a:srgbClr val="1A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532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Calibri"/>
              </a:rPr>
              <a:t>📈  Output &amp; Advisory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55321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Calibri"/>
              </a:rPr>
              <a:t>Price forecast • Trend detection • Market comparison • Farmer advisory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Machine Learning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Calibri"/>
              </a:rPr>
              <a:t>XGBoost model training, features, and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Calibri"/>
              </a:rPr>
              <a:t>AgriPredict AI  |  MCA Final Year Project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6576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Calibri"/>
              </a:rPr>
              <a:t>📂 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50,000+ synthetic records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19 commodities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5 Indian states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Multiple districts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Features: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  Month, Commodity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  State, District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  Temperature (°C)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  Rainfall (mm)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  Humidity (%)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Target: Modal Price/kg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188720"/>
            <a:ext cx="36576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Calibri"/>
              </a:rPr>
              <a:t>🤖  Model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73736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Models evaluated: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  Linear Regression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  Random Forest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  ✅ XGBoost Regressor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XGBoost selected because: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  Handles non-linear data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  Best R² score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  Robust to outliers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  Fast inference time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  Handles missing vals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188720"/>
            <a:ext cx="384048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280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Calibri"/>
              </a:rPr>
              <a:t>⚙  ML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73736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1. Data loading (CSV)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2. Label Encoding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   Commodity, State,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   District columns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3. Train/Test split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   (80/20 ratio)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4. XGBoost training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5. Joblib model save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   xgboost_model.pkl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   label_encoders.pkl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• 6. Flask inference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Calibri"/>
              </a:rPr>
              <a:t>Full-stack tools and frameworks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Calibri"/>
              </a:rPr>
              <a:t>AgriPredict AI  |  MCA Final Year Project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7432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Calibri"/>
              </a:rPr>
              <a:t>🌐 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• HTML5 &amp; CSS3 (Glassmorphism)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• Bootstrap 5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• JavaScript (ES6+)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• Chart.js (Price Trend Graph)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• i18n Engine (5 languages)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188720"/>
            <a:ext cx="27432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280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Calibri"/>
              </a:rPr>
              <a:t>⚙ 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78308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• Python 3.x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• Flask Web Framework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• Flask-Login (Auth)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• Flask-SQLAlchemy (ORM)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• Jinja2 Templating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27432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80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Calibri"/>
              </a:rPr>
              <a:t>🤖  ML /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8308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• Pandas &amp; NumPy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• Scikit-learn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• XGBoost Regressor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• Joblib (Model I/O)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• Custom Advisory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20" y="1188720"/>
            <a:ext cx="27432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280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Calibri"/>
              </a:rPr>
              <a:t>🗄 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178308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• SQLite (via SQLAlchemy)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• agricultural_db.sqlite3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• User table (id, name,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•  email, password)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• Lightweight &amp; portable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Key Features &amp;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Calibri"/>
              </a:rPr>
              <a:t>What AgriPredict AI offers to farmers and traders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Calibri"/>
              </a:rPr>
              <a:t>AgriPredict AI  |  MCA Final Year Project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6928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527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Calibri"/>
              </a:rPr>
              <a:t>🔐 Secure 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2763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1F5F9"/>
                </a:solidFill>
                <a:latin typeface="Calibri"/>
              </a:rPr>
              <a:t>User registration &amp; login with Flask-Login session management. Email-based identity.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66928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2527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Calibri"/>
              </a:rPr>
              <a:t>🌾 19 Commodities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62763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1F5F9"/>
                </a:solidFill>
                <a:latin typeface="Calibri"/>
              </a:rPr>
              <a:t>Tomato, Onion, Potato, Banana, Apple, Mango, Cabbage, Carrot, Brinjal, Grapes, Orange, Papaya, Pomegranate, Watermelon, Spinach, Cauli., Garlic, Ginger, Green Chilli.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87168"/>
            <a:ext cx="566928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55117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Calibri"/>
              </a:rPr>
              <a:t>📍 Location-Based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92608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1F5F9"/>
                </a:solidFill>
                <a:latin typeface="Calibri"/>
              </a:rPr>
              <a:t>5 states × 5 districts each. District-level precision for AP, Telangana, Karnataka, Tamil Nadu, Maharashtra.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487168"/>
            <a:ext cx="566928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55117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Calibri"/>
              </a:rPr>
              <a:t>🌦 Weather-Aware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92608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1F5F9"/>
                </a:solidFill>
                <a:latin typeface="Calibri"/>
              </a:rPr>
              <a:t>Temperature, rainfall, humidity integrated into price forecasting for realistic predictions.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785616"/>
            <a:ext cx="566928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8496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Calibri"/>
              </a:rPr>
              <a:t>📊 Price Chart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22452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1F5F9"/>
                </a:solidFill>
                <a:latin typeface="Calibri"/>
              </a:rPr>
              <a:t>Interactive Chart.js graph shows historical trend (past 8 weeks) vs forecasted price for next week.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785616"/>
            <a:ext cx="566928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8496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Calibri"/>
              </a:rPr>
              <a:t>🏪 Market Finder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2452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1F5F9"/>
                </a:solidFill>
                <a:latin typeface="Calibri"/>
              </a:rPr>
              <a:t>Compares selected district vs 3 nearby districts, recommends highest-price market automatically.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084064"/>
            <a:ext cx="566928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1480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Calibri"/>
              </a:rPr>
              <a:t>💡 Farmer Advisory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52297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1F5F9"/>
                </a:solidFill>
                <a:latin typeface="Calibri"/>
              </a:rPr>
              <a:t>Dynamic Hold vs Sell recommendations with weather-context reasoning. Multilingual (EN/TE/HI/TA/KN).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5084064"/>
            <a:ext cx="566928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51480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Calibri"/>
              </a:rPr>
              <a:t>🌐 Multilingual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52297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1F5F9"/>
                </a:solidFill>
                <a:latin typeface="Calibri"/>
              </a:rPr>
              <a:t>Full i18n support for English, Telugu, Hindi, Tamil, Kannada via JSON language packs.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Application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Calibri"/>
              </a:rPr>
              <a:t>Step-by-step user journey through the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Calibri"/>
              </a:rPr>
              <a:t>AgriPredict AI  |  MCA Final Year Project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457200" cy="640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188720"/>
            <a:ext cx="1101852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Calibri"/>
              </a:rPr>
              <a:t>Register /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234440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Calibri"/>
              </a:rPr>
              <a:t>User creates account or signs in securely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" y="1828800"/>
            <a:ext cx="109728" cy="1097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947672"/>
            <a:ext cx="457200" cy="640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993392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1947672"/>
            <a:ext cx="1101852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19933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Calibri"/>
              </a:rPr>
              <a:t>Select Parameters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993392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Calibri"/>
              </a:rPr>
              <a:t>Choose commodity, state &amp; district from dashboard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" y="2587752"/>
            <a:ext cx="109728" cy="1097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706624"/>
            <a:ext cx="457200" cy="640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752344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2706624"/>
            <a:ext cx="1101852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27523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Calibri"/>
              </a:rPr>
              <a:t>Weather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752344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Calibri"/>
              </a:rPr>
              <a:t>System fetches / generates weather context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" y="3346704"/>
            <a:ext cx="109728" cy="1097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465576"/>
            <a:ext cx="457200" cy="640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511296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3465576"/>
            <a:ext cx="1101852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35112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Calibri"/>
              </a:rPr>
              <a:t>ML Prediction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511296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Calibri"/>
              </a:rPr>
              <a:t>XGBoost model returns next-week forecasted price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" y="4105656"/>
            <a:ext cx="109728" cy="1097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4224528"/>
            <a:ext cx="457200" cy="640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270248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" y="4224528"/>
            <a:ext cx="1101852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42702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Calibri"/>
              </a:rPr>
              <a:t>Market 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4270248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Calibri"/>
              </a:rPr>
              <a:t>Model scans 3 nearby districts for best price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" y="4864608"/>
            <a:ext cx="109728" cy="1097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4983480"/>
            <a:ext cx="457200" cy="640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5029200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" y="4983480"/>
            <a:ext cx="1101852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029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Calibri"/>
              </a:rPr>
              <a:t>Advisory Generated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5029200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Calibri"/>
              </a:rPr>
              <a:t>System outputs Hold/Sell advice with reasoning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8056" y="5623560"/>
            <a:ext cx="109728" cy="1097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5742432"/>
            <a:ext cx="457200" cy="640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5788152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8680" y="5742432"/>
            <a:ext cx="1101852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57881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Calibri"/>
              </a:rPr>
              <a:t>Results Displayed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5788152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Calibri"/>
              </a:rPr>
              <a:t>Chart, price, market, advisory shown on results page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Output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Calibri"/>
              </a:rPr>
              <a:t>What the user sees after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Calibri"/>
              </a:rPr>
              <a:t>AgriPredict AI  |  MCA Final Year Project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6928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66928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252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📈  Price Forecast 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9164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  •  Current estimated modal price (₹/kg)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  •  AI forecasted price for next week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  •  % change with trend indicator (↑ or ↓)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  •  Temperature, Rainfall, Humidity shown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66928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66928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252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📊  Interactive Price Chart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69164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  •  Chart.js line graph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  •  8 weeks of historical prices plotted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  •  Forecasted price highlighted in green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  •  Smooth animation on page load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40480"/>
            <a:ext cx="566928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840480"/>
            <a:ext cx="566928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87705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🏪  Market Recommendation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34340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  •  Table of 4 districts compared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  •  Prices sorted highest to lowest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  •  Best market highlighted in green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  •  Recommended district clearly labeled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840480"/>
            <a:ext cx="566928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840480"/>
            <a:ext cx="566928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87705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💡  Farmer Advisory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34340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  •  Dynamic advisory based on ML output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  •  Hold vs Sell decision in plain language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  •  Weather-context reasoning included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1F5F9"/>
                </a:solidFill>
                <a:latin typeface="Calibri"/>
              </a:rPr>
              <a:t>  •  Fully translated in 5 Indian languages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Database &amp;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Calibri"/>
              </a:rPr>
              <a:t>How data is stored and the codebase is organized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Calibri"/>
              </a:rPr>
              <a:t>AgriPredict AI  |  MCA Final Year Project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0292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Calibri"/>
              </a:rPr>
              <a:t>🗄  SQLite Database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• users table: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•   id          INTEGER PRIMARY KEY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•   name        VARCHAR(100)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•   email       VARCHAR(100) UNIQUE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•   password    VARCHAR(100)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• File: instance/agricultural_db.sqlite3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• ORM: Flask-SQLAlchemy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• Created: Auto on first run (db.create_all)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188720"/>
            <a:ext cx="630936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Calibri"/>
              </a:rPr>
              <a:t>📁  Project File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73736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mca_project/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  app.py              ← Main Flask app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  generate_ppt.py     ← PPT generator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  requirements.txt    ← Dependencies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  agricultural_data.csv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  models/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    xgboost_model.pkl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    label_encoders.pkl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  templates/  (5 HTML files)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    base, dashboard, login,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    register, results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  static/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    css/style.css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    js/i18n.js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    lang/  en, te, hi, ta, kn .json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  instance/  (SQLite DB)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Multilingual Support (i18n)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Calibri"/>
              </a:rPr>
              <a:t>Complete 5-language translation system for Indian farmers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Calibri"/>
              </a:rPr>
              <a:t>AgriPredict AI  |  MCA Final Year Project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10312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🇬🇧  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  <a:latin typeface="Calibri"/>
              </a:rPr>
              <a:t>en.json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280160"/>
            <a:ext cx="210312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3258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🇮🇳  Telugu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7190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  <a:latin typeface="Calibri"/>
              </a:rPr>
              <a:t>te.json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1280160"/>
            <a:ext cx="210312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3258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🇮🇳  Hindi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7190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  <a:latin typeface="Calibri"/>
              </a:rPr>
              <a:t>hi.json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1280160"/>
            <a:ext cx="210312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13258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🇮🇳  Tamil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7190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  <a:latin typeface="Calibri"/>
              </a:rPr>
              <a:t>ta.json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1280160"/>
            <a:ext cx="210312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13258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🇮🇳  Kannada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17190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  <a:latin typeface="Calibri"/>
              </a:rPr>
              <a:t>kn.json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2423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Note:  తెలుగు — Andhra &amp; Telangana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834640"/>
            <a:ext cx="11612880" cy="3383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Calibri"/>
              </a:rPr>
              <a:t>⚙  How the i18n Engine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38328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  •  Language JSON files stored in static/lang/ — separate file per language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  •  i18n.js engine loads correct JSON on page load based on user's selected language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  •  HTML elements use data-i18n attribute — JS replaces text content automatically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  •  Language preference saved to localStorage — persists across page navigations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  •  Navbar language switcher (🌐 dropdown) lets users switch in one click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  •  All UI labels, form placeholders, buttons, advisories — fully translated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  •  Advisory text is dynamically constructed in JS using translated phrase templates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Farmer Advisory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Calibri"/>
              </a:rPr>
              <a:t>Data-driven Hold vs Sell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Calibri"/>
              </a:rPr>
              <a:t>AgriPredict AI  |  MCA Final Year Project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1288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Calibri"/>
              </a:rPr>
              <a:t>How the Advisory is Generated: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11247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1.  Trend Detection        →   If predicted_price &gt; current_price → 'Increasing'; else 'Decreasing'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2.  Severity Classification →  ≥15% change = 'significantly' | ≥7% = 'moderately' | else 'slightly'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3.  Commodity Classification →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       Rain-sensitive: Tomato, Onion, Spinach, Green Chilli, Cabbage, Cauliflower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       Heat-sensitive: Spinach, Cabbage, Cauliflower, Grapes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       Heat-loving:    Watermelon, Mango, Banana, Papaya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       Storable:       Potato, Onion, Garlic, Ginger (can hold stock safely)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4.  Weather Context Clause →   Adds reasons like 'heavy rainfall disrupting transportation'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5.  Action Advice →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       Increasing + Perishable:  'Hold and sell next week for higher returns'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       Increasing + Storable:    'Store safely and wait for price peak before selling'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       Decreasing + Heavy:       'Sell immediately to avoid further losses'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       Decreasing + Normal:      'Sell in batches rather than waiting'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  <a:latin typeface="Calibri"/>
              </a:rPr>
              <a:t>• 6.  Output →  Full English advisory + structured data for multilingual JS templates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Calibri"/>
              </a:rPr>
              <a:t>Summary and planned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Calibri"/>
              </a:rPr>
              <a:t>AgriPredict AI  |  MCA Final Year Project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1288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Calibri"/>
              </a:rPr>
              <a:t>✅  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  •  Successfully built a full-stack AI web application for agricultural price forecasting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  •  XGBoost model trained on 50,000+ records with weather, location, and commodity features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  •  Covers 19 commodities across 5 Indian states with district-level precision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  •  Multilingual support (5 languages) makes it accessible to farmers across India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  •  Smart market recommendation &amp; advisory engine helps maximize farmer profit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566160"/>
            <a:ext cx="11612880" cy="2651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Calibri"/>
              </a:rPr>
              <a:t>🚀  Future Enhancements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1247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  •  Live e-NAM / Agmarknet government API integration for real market prices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  •  Open-Meteo live weather API replacing mock weather data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  •  SMS/WhatsApp alert system for sudden price changes (Twilio integration)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  •  Mobile-first Progressive Web App (PWA) for offline rural access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  •  Expand to 100+ commodities and all Indian states / UTs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1F5F9"/>
                </a:solidFill>
                <a:latin typeface="Calibri"/>
              </a:rPr>
              <a:t>  •  Crop planting season advisor — recommend what to grow based on predicted demand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2926080"/>
            <a:ext cx="57607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C55E"/>
                </a:solidFill>
                <a:latin typeface="Calibri"/>
              </a:rPr>
              <a:t>AgriPredict AI  —  MCA Final Year Project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Calibri"/>
              </a:rPr>
              <a:t>Built with  Python Flask  •  XGBoost  •  Bootstrap 5  •  Chart.js  •  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1F5F9"/>
                </a:solidFill>
                <a:latin typeface="Calibri"/>
              </a:rPr>
              <a:t>"Empowering farmers with AI-driven price intelligence"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56248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Calibri"/>
              </a:rPr>
              <a:t>AgriPredict AI  |  MCA Final Year Project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